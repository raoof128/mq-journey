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7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554480"/>
            <a:ext cx="3657600" cy="3657600"/>
          </a:xfrm>
          <a:prstGeom prst="ellipse">
            <a:avLst/>
          </a:prstGeom>
          <a:solidFill>
            <a:srgbClr val="7C185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554480" y="3657600"/>
            <a:ext cx="3291840" cy="3291840"/>
          </a:xfrm>
          <a:prstGeom prst="ellipse">
            <a:avLst/>
          </a:prstGeom>
          <a:solidFill>
            <a:srgbClr val="C6006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51576" y="347472"/>
            <a:ext cx="2981726" cy="4453128"/>
          </a:xfrm>
          <a:prstGeom prst="roundRect">
            <a:avLst>
              <a:gd name="adj" fmla="val 4907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raoof.r12/Desktop/Raouf/MQ_Journey/screenshots/Home 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48056"/>
            <a:ext cx="2780558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77724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758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MACQUARIE UNIVERSITY · OPEN DAY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1206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 Journey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502920" y="2395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B3C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Scan. Discover. Plan your day at Macquarie.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2920" y="303580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campus companion for Open Day, 15 August 2026 — one scan turns a printed code into a place, a plan, and a stamp worth collecting.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2062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C0D0F">
              <a:alpha val="0"/>
            </a:srgbClr>
          </a:solidFill>
          <a:ln w="12700">
            <a:solidFill>
              <a:srgbClr val="EB3C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41879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3.44 + SUPABASE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32304" y="4206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C0D0F">
              <a:alpha val="0"/>
            </a:srgbClr>
          </a:solidFill>
          <a:ln w="12700">
            <a:solidFill>
              <a:srgbClr val="EB3C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432304" y="4187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LANGUAGES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75888" y="42062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0D0F">
              <a:alpha val="0"/>
            </a:srgbClr>
          </a:solidFill>
          <a:ln w="12700">
            <a:solidFill>
              <a:srgbClr val="EB3C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75888" y="4187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· NO TRACKING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ten minutes decide how campus feels.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30552"/>
            <a:ext cx="502920" cy="50292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2266340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2130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maps go quiet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printed map can't say what's happening right now — 77 sessions across 170 buildings, with wayfinding left to volunteers pointing at intersections.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83480" y="2130552"/>
            <a:ext cx="502920" cy="50292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268" y="2266340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41848" y="2130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apps talk too much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83480" y="27889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map apps arrive with accounts, analytics and location tracking. Visitors shouldn't trade their privacy for directions to a lecture hall.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 Journey answers both: live campus guidance, zero tracking.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a code. The campus opens up.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286000" cy="3246120"/>
          </a:xfrm>
          <a:prstGeom prst="roundRect">
            <a:avLst>
              <a:gd name="adj" fmla="val 5600"/>
            </a:avLst>
          </a:prstGeom>
          <a:solidFill>
            <a:srgbClr val="7C1850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810512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 TRAIL · STOP 10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Hadenfeld Avenue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498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Ed25519-signed code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627632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461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886200" y="15910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1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86200" y="18836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in-app scanner or the phone's own camera — both routes run identical checks.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46120" y="2478024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46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86200" y="2441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1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886200" y="27340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 checked on-device, offline and fail-closed. Forged or reprinted codes go nowhere.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46120" y="3328416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46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886200" y="3291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1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886200" y="3584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card opens: what's on now, an entrance-accurate pin, and a 360° look inside.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246120" y="4178808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461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886200" y="4142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1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886200" y="4434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visit earns one of nine passport stamps, with confetti. Re-scans never duplicate.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tour of the day, in three screens.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03025" y="1618488"/>
            <a:ext cx="1910314" cy="2843784"/>
          </a:xfrm>
          <a:prstGeom prst="roundRect">
            <a:avLst>
              <a:gd name="adj" fmla="val 5744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Users/raoof.r12/Desktop/Raouf/MQ_Journey/screenshots/Campus 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177" y="1691640"/>
            <a:ext cx="1764010" cy="269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4697" y="4535424"/>
            <a:ext cx="258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B3C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Map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4697" y="4791456"/>
            <a:ext cx="258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buildings, offline-ready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16843" y="1618488"/>
            <a:ext cx="1910314" cy="2843784"/>
          </a:xfrm>
          <a:prstGeom prst="roundRect">
            <a:avLst>
              <a:gd name="adj" fmla="val 5744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Users/raoof.r12/Desktop/Raouf/MQ_Journey/screenshots/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995" y="1691640"/>
            <a:ext cx="1764010" cy="269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78515" y="4535424"/>
            <a:ext cx="258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B3C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&amp; Indoor 360°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78515" y="4791456"/>
            <a:ext cx="258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building, step inside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30661" y="1618488"/>
            <a:ext cx="1910314" cy="2843784"/>
          </a:xfrm>
          <a:prstGeom prst="roundRect">
            <a:avLst>
              <a:gd name="adj" fmla="val 5744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Users/raoof.r12/Desktop/Raouf/MQ_Journey/screenshots/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813" y="1691640"/>
            <a:ext cx="1764010" cy="2697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92333" y="4535424"/>
            <a:ext cx="258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B3C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792333" y="4791456"/>
            <a:ext cx="258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languages, data on-device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features, one seamless day.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02336" y="1572768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5216" y="1737360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1841053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73736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QR trail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" y="2194560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Ed25519-signed codes across campus feed a collectable stamps passport.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572768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38144" y="1737360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837" y="1841053"/>
            <a:ext cx="176662" cy="176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73736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campus map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38144" y="2194560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Georeferenced pins, search and routing — tiles cached for offline from first launch.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08192" y="1572768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91072" y="1737360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765" y="1841053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73736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Day planner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91072" y="2194560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39 degrees; 77 sessions filter into a personal running itinerary.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02336" y="3346704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5216" y="3511296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09" y="3614989"/>
            <a:ext cx="176662" cy="1766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0704" y="351129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Indoor 360° previews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85216" y="3968496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panoramas across 9 buildings, inside a locked-down local viewer.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55264" y="3346704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38144" y="3511296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1837" y="3614989"/>
            <a:ext cx="176662" cy="1766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51129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Metro countdown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38144" y="3968496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next departures for Macquarie University station via TfNSW open data.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08192" y="3346704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91072" y="3511296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765" y="3614989"/>
            <a:ext cx="176662" cy="1766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51129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toolkit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91072" y="3968496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contacts, first-aid and help points — one tap from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C1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4572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B3C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1C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Shipped, tested, and repository-verified.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617/617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441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441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four of them right-to-left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691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63640" y="2441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buildings georeferenced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4133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 sessions &amp; activities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383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4133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360° panoramas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383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63640" y="4133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trackers, ads or login screens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the repository on 23 July 2026 — not estimated.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TRUST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design — and the CI proves it.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587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" y="1956816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8026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9568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accounts, ever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" y="26060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anonymous Supabase session starts the app. A login screen can't even be merged — the CI gate fails any build that adds 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8124" y="1737360"/>
            <a:ext cx="2587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97580" y="1956816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82796" y="19568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Fail-closed cryptography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97580" y="26060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are verified with Ed25519 on-device and offline. Deep links resolve only against a strict signed allowlist.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53328" y="1737360"/>
            <a:ext cx="2587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72784" y="1956816"/>
            <a:ext cx="457200" cy="457200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2080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9568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firewall against trackers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72784" y="26060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bans eight analytics SDKs by name, scans every commit for secrets, and blocks Google Maps outright.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red-team review, July 2026: no exploitable vulnerabilities found.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DEEP DIVE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the map where buildings really are.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university's printed campus artwork hides a survey-grade reference grid. We recovered it — autocorrelating brightness profiles across the 4,678 × 3,307-pixel raster — then re-fitted the GPS-to-pixel mapping with robust least squares.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refit also exposed nine fabricated coordinate records sitting on a suspicious 45° line through campus. All nine were corrected, guarded by a regression test that fails on the old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6916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0" y="1856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m → 28 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pin offset, before → after the refit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32461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34107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 → 54%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03520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landing in the correct printed-grid cell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STACK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this year's platform, not last year's.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3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3.44 · Dart 3.11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37560" y="162763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Impeller rendering now default on Android; Swift Package Manager is the new iOS standard.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8092440" cy="0"/>
          </a:xfrm>
          <a:prstGeom prst="line">
            <a:avLst/>
          </a:prstGeom>
          <a:noFill/>
          <a:ln w="9525">
            <a:solidFill>
              <a:srgbClr val="4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3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3.3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37560" y="22494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 with auto-retrying providers and paused listeners for off-screen widgets.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8092440" cy="0"/>
          </a:xfrm>
          <a:prstGeom prst="line">
            <a:avLst/>
          </a:prstGeom>
          <a:noFill/>
          <a:ln w="9525">
            <a:solidFill>
              <a:srgbClr val="4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3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2.15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287121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auth, Postgres with row-level security, and globally distributed Edge Functions.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8092440" cy="0"/>
          </a:xfrm>
          <a:prstGeom prst="line">
            <a:avLst/>
          </a:prstGeom>
          <a:noFill/>
          <a:ln w="9525">
            <a:solidFill>
              <a:srgbClr val="4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93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3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17.3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34930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Four-tab stateful shell navigation and a single, verified deep-link entry point.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8092440" cy="0"/>
          </a:xfrm>
          <a:prstGeom prst="line">
            <a:avLst/>
          </a:prstGeom>
          <a:noFill/>
          <a:ln w="9525">
            <a:solidFill>
              <a:srgbClr val="4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3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mobile_scanner 7.2 + Pannellum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QR capture and 360° tours inside a CSP-locked WebView.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4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docs.flutter.dev · riverpod.dev · supabase.com — July 2026.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commit walks through twelve gates.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8191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60020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83664" y="158191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Format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60020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4408" y="158191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Analyze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45152" y="160020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5152" y="158191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617 tests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25896" y="160020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25896" y="158191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Coverage ≥ 50%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160020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158191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l10n build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14884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13055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Translations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83664" y="214884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83664" y="213055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Privacy guard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64408" y="214884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64408" y="213055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Secret scan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5152" y="214884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45152" y="213055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Name guard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25896" y="214884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25896" y="213055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No-login guard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0" y="2148840"/>
            <a:ext cx="12755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1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06640" y="2130552"/>
            <a:ext cx="12755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No-Google guard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2971800"/>
            <a:ext cx="258775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22376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coverage, with a hard floor enforced at 50%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8124" y="2971800"/>
            <a:ext cx="258775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9758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349758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 that mirror the source tree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53328" y="2971800"/>
            <a:ext cx="258775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72784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600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272784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changes logged with verification notes and follow-ups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1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scripts/check.sh — one command, the whole gate. Green before every claim of done.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89320" y="502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10528" y="960120"/>
            <a:ext cx="21031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7C185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09728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3246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signed code — stop 10, Hadenfeld Avenue. Scan it with the app.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1792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D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Ed25519-signed · verifies offline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C1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4389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BOOTH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ninety-second demo.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15453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— no sign-up, no permissions wall, straight to Home.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2203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placard beside the stand; the location card opens instantly.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7280" y="2862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inside with the 360° indoor preview.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575304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9728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building, then drop a session into Your Day.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4233672"/>
            <a:ext cx="384048" cy="384048"/>
          </a:xfrm>
          <a:prstGeom prst="ellipse">
            <a:avLst/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97280" y="4178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8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on the metro countdown — the ride home is already planned.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3840480" cy="3840480"/>
          </a:xfrm>
          <a:prstGeom prst="ellipse">
            <a:avLst/>
          </a:prstGeom>
          <a:solidFill>
            <a:srgbClr val="7C185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383280"/>
            <a:ext cx="3474720" cy="3474720"/>
          </a:xfrm>
          <a:prstGeom prst="ellipse">
            <a:avLst/>
          </a:prstGeom>
          <a:solidFill>
            <a:srgbClr val="C6006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B3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JOURNEY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733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Scan. Discover. Plan your day at Macquarie.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377440" y="2999232"/>
            <a:ext cx="4389120" cy="384048"/>
          </a:xfrm>
          <a:prstGeom prst="roundRect">
            <a:avLst>
              <a:gd name="adj" fmla="val 50000"/>
            </a:avLst>
          </a:prstGeom>
          <a:solidFill>
            <a:srgbClr val="C60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29809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 · 15 AUGUST 2026 · MACQUARIE UNIVERSITY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85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Supabase · MIT licensed · 617 tests green · zero trackers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1013</Words>
  <Application>Microsoft Macintosh PowerPoint</Application>
  <PresentationFormat>On-screen Show (16:9)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 Journey — Open Day 2026</dc:title>
  <dc:subject>PptxGenJS Presentation</dc:subject>
  <dc:creator>Raouf</dc:creator>
  <cp:lastModifiedBy>Raouf Abedini</cp:lastModifiedBy>
  <cp:revision>3</cp:revision>
  <dcterms:created xsi:type="dcterms:W3CDTF">2026-07-27T11:07:57Z</dcterms:created>
  <dcterms:modified xsi:type="dcterms:W3CDTF">2026-07-27T11:15:19Z</dcterms:modified>
</cp:coreProperties>
</file>