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 field"/>
          <p:cNvSpPr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solidFill>
            <a:srgbClr val="F9F8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85800" y="1104900"/>
            <a:ext cx="49530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MACQUARIE UNIVERSITY · OPEN DAY 2026</a:t>
            </a:r>
          </a:p>
        </p:txBody>
      </p:sp>
      <p:sp>
        <p:nvSpPr>
          <p:cNvPr id="4" name="Cover image accent"/>
          <p:cNvSpPr/>
          <p:nvPr/>
        </p:nvSpPr>
        <p:spPr>
          <a:xfrm>
            <a:off x="685800" y="30289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76600"/>
            <a:ext cx="49911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MQ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67300"/>
            <a:ext cx="462915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A privacy-first campus companion that turns a printed QR code into a place, a story, and a stamp worth collecting.</a:t>
            </a:r>
          </a:p>
        </p:txBody>
      </p:sp>
      <p:pic>
        <p:nvPicPr>
          <p:cNvPr id="7" name="Cover image" descr="hero-campus.jpeg"/>
          <p:cNvPicPr>
            <a:picLocks noChangeAspect="1"/>
          </p:cNvPicPr>
          <p:nvPr/>
        </p:nvPicPr>
        <p:blipFill>
          <a:blip r:embed="rId2"/>
          <a:srcRect l="20096" r="20096"/>
          <a:stretch>
            <a:fillRect/>
          </a:stretch>
        </p:blipFill>
        <p:spPr>
          <a:xfrm>
            <a:off x="6591300" y="1257300"/>
            <a:ext cx="4762500" cy="4343400"/>
          </a:xfrm>
          <a:prstGeom prst="roundRect">
            <a:avLst>
              <a:gd name="adj" fmla="val 2631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6591300" y="5753100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7D7A75"/>
                </a:solidFill>
                <a:latin typeface="Arial"/>
              </a:rPr>
              <a:t>Flutter · Supabase · offline-verified QR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THE PROBLEM</a:t>
            </a:r>
          </a:p>
        </p:txBody>
      </p:sp>
      <p:sp>
        <p:nvSpPr>
          <p:cNvPr id="3" name="Claim accent"/>
          <p:cNvSpPr/>
          <p:nvPr/>
        </p:nvSpPr>
        <p:spPr>
          <a:xfrm>
            <a:off x="685800" y="2381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2890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304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 u="none">
                <a:solidFill>
                  <a:srgbClr val="2C2C2B"/>
                </a:solidFill>
                <a:latin typeface="Arial"/>
              </a:rPr>
              <a:t>Visitors decide how campus feels in the first ten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95900"/>
            <a:ext cx="781049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7D7A75"/>
                </a:solidFill>
                <a:latin typeface="Arial"/>
              </a:rPr>
              <a:t>Paper maps cannot say what is on now. Map apps can, by tracking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WHY NOW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Two ways to run an Open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Paper maps and volunteer directions. Any app in the mix brings location tracking and analytics. Nobody learns which buildings visitors actually reached.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With MQ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Scan a signed code at the door. The location card opens instantly, offline. A first visit earns one of nine passport stamps, with nothing tracked in between.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qr-placard.jpeg"/>
          <p:cNvPicPr>
            <a:picLocks noChangeAspect="1"/>
          </p:cNvPicPr>
          <p:nvPr/>
        </p:nvPicPr>
        <p:blipFill>
          <a:blip r:embed="rId2"/>
          <a:srcRect l="17769" r="17769"/>
          <a:stretch>
            <a:fillRect/>
          </a:stretch>
        </p:blipFill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482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7D7A75"/>
                </a:solidFill>
                <a:latin typeface="Arial"/>
              </a:rPr>
              <a:t>Printed placard at 1 Wally's Walk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THE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One signed code. One place. One reward.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Nine printed codes map to the nine Open Day locations and their sixteen activity stops. Each carries an Ed25519 signature, so the app proves a code is genuine before it navigates anywhere, with no network call in the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HOW IT WORKS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Scan to stamp in four steps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2197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flatlay.jpeg"/>
          <p:cNvPicPr>
            <a:picLocks noChangeAspect="1"/>
          </p:cNvPicPr>
          <p:nvPr/>
        </p:nvPicPr>
        <p:blipFill>
          <a:blip r:embed="rId2"/>
          <a:srcRect l="23677" r="23677"/>
          <a:stretch>
            <a:fillRect/>
          </a:stretch>
        </p:blipFill>
        <p:spPr>
          <a:xfrm>
            <a:off x="685800" y="2247900"/>
            <a:ext cx="5219700" cy="3943350"/>
          </a:xfrm>
          <a:prstGeom prst="roundRect">
            <a:avLst>
              <a:gd name="adj" fmla="val 2898"/>
            </a:avLst>
          </a:prstGeom>
        </p:spPr>
      </p:pic>
      <p:cxnSp>
        <p:nvCxnSpPr>
          <p:cNvPr id="7" name="Connector 6"/>
          <p:cNvCxnSpPr/>
          <p:nvPr/>
        </p:nvCxnSpPr>
        <p:spPr>
          <a:xfrm>
            <a:off x="6505575" y="2667000"/>
            <a:ext cx="0" cy="509587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8" name="Step 1 badge"/>
          <p:cNvSpPr/>
          <p:nvPr/>
        </p:nvSpPr>
        <p:spPr>
          <a:xfrm>
            <a:off x="6324600" y="22479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233362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2885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33650"/>
            <a:ext cx="4648200" cy="509587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In-app scanner or phone camera. Both run identical checks.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05575" y="3652837"/>
            <a:ext cx="0" cy="509587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13" name="Step 2 badge"/>
          <p:cNvSpPr/>
          <p:nvPr/>
        </p:nvSpPr>
        <p:spPr>
          <a:xfrm>
            <a:off x="6324600" y="3233737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600" y="3319462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14687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519487"/>
            <a:ext cx="4648200" cy="509587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Strict parse, signature, then the nine-location allowlist.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05575" y="4638675"/>
            <a:ext cx="0" cy="509587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18" name="Step 3 badge"/>
          <p:cNvSpPr/>
          <p:nvPr/>
        </p:nvSpPr>
        <p:spPr>
          <a:xfrm>
            <a:off x="6324600" y="42195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600" y="4305300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00525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Arrive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05325"/>
            <a:ext cx="4648200" cy="509587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The location card opens with what is on now and an indoor view.</a:t>
            </a:r>
          </a:p>
        </p:txBody>
      </p:sp>
      <p:sp>
        <p:nvSpPr>
          <p:cNvPr id="22" name="Step 4 badge"/>
          <p:cNvSpPr/>
          <p:nvPr/>
        </p:nvSpPr>
        <p:spPr>
          <a:xfrm>
            <a:off x="6324600" y="5205412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5291137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186362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Collect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491162"/>
            <a:ext cx="4648200" cy="509587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A first visit awards one stamp. Re-scans never duplicate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WHERE THE BUILD STANDS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Shipped, tested, and repository-verified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60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85800" y="3924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495550"/>
            <a:ext cx="4914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783DE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66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Signed codes, one per stamp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2350"/>
            <a:ext cx="4914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495550"/>
            <a:ext cx="4914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161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2766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Campus buildings in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3562350"/>
            <a:ext cx="4914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95750"/>
            <a:ext cx="4914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542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768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Automated tests passing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2550"/>
            <a:ext cx="4914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095750"/>
            <a:ext cx="49149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4876800"/>
            <a:ext cx="4914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Analytics or stored frames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5162550"/>
            <a:ext cx="4914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cxnSp>
        <p:nvCxnSpPr>
          <p:cNvPr id="19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0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Physical print scans on Android and iPhone remain the release 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TRUST MODEL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A printed code is public, so the app assumes nothing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Trust the signature, not the poster.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CLOSED PAYLOAD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Unknown or duplicate fields fail closed.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CANONICAL BYTES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Signed over rebuilt fields, not raw text.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OFFLINE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Public key ships; the signing key never does.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HONEST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A valid scan proves a code, not presence.</a:t>
            </a:r>
          </a:p>
        </p:txBody>
      </p:sp>
      <p:cxnSp>
        <p:nvCxnSpPr>
          <p:cNvPr id="18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9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Protocol mqjourney.open-day.qr.v1, Ed25519 over canonical bytes, key id mqj-open-day-2026-01.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2026 PLATFORM ALIGNMENT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Built on current developer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Every dependency is pinned to a 2026 release with a documented path.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5100"/>
                <a:gridCol w="2705100"/>
                <a:gridCol w="54102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2026 pin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UI system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Material 3 Expressive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Expressive layout and adaptive menus from I/O 2026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Client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Flutter 3.44, Dart 3.12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One codebase across Android and iOS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Scanning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mobile_scanner 7.2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Camera and torch release on leaving the screen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Crypto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cryptography 2.9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Ed25519 verification with no network dependency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Deep links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go_router 17.3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One verified ingress for cold and warm starts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ROADMAP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From verified build to Open Day floor</a:t>
            </a:r>
          </a:p>
        </p:txBody>
      </p:sp>
      <p:cxnSp>
        <p:nvCxnSpPr>
          <p:cNvPr id="5" name="Timeline axis"/>
          <p:cNvCxnSpPr/>
          <p:nvPr/>
        </p:nvCxnSpPr>
        <p:spPr>
          <a:xfrm>
            <a:off x="1428750" y="3733799"/>
            <a:ext cx="9334500" cy="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cxnSp>
        <p:nvCxnSpPr>
          <p:cNvPr id="6" name="Timeline progress"/>
          <p:cNvCxnSpPr/>
          <p:nvPr/>
        </p:nvCxnSpPr>
        <p:spPr>
          <a:xfrm>
            <a:off x="1428750" y="3733799"/>
            <a:ext cx="2333624" cy="0"/>
          </a:xfrm>
          <a:prstGeom prst="line">
            <a:avLst/>
          </a:prstGeom>
          <a:ln w="19050">
            <a:solidFill>
              <a:srgbClr val="2783DE"/>
            </a:solidFill>
          </a:ln>
        </p:spPr>
      </p:cxnSp>
      <p:sp>
        <p:nvSpPr>
          <p:cNvPr id="7" name="Timeline marker 1"/>
          <p:cNvSpPr/>
          <p:nvPr/>
        </p:nvSpPr>
        <p:spPr>
          <a:xfrm>
            <a:off x="1304925" y="3609975"/>
            <a:ext cx="247649" cy="24764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Jun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QR surface and stamps shipped</a:t>
            </a:r>
          </a:p>
        </p:txBody>
      </p:sp>
      <p:sp>
        <p:nvSpPr>
          <p:cNvPr id="10" name="Timeline marker 2"/>
          <p:cNvSpPr/>
          <p:nvPr/>
        </p:nvSpPr>
        <p:spPr>
          <a:xfrm>
            <a:off x="363855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987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Jul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937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Signed issuer and print pack</a:t>
            </a:r>
          </a:p>
        </p:txBody>
      </p:sp>
      <p:sp>
        <p:nvSpPr>
          <p:cNvPr id="13" name="Timeline marker 3"/>
          <p:cNvSpPr/>
          <p:nvPr/>
        </p:nvSpPr>
        <p:spPr>
          <a:xfrm>
            <a:off x="597217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350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Aug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Device matrix on final prints</a:t>
            </a:r>
          </a:p>
        </p:txBody>
      </p:sp>
      <p:sp>
        <p:nvSpPr>
          <p:cNvPr id="16" name="Timeline marker 4"/>
          <p:cNvSpPr/>
          <p:nvPr/>
        </p:nvSpPr>
        <p:spPr>
          <a:xfrm>
            <a:off x="830580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712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Staffed pilot, nine locations</a:t>
            </a:r>
          </a:p>
        </p:txBody>
      </p:sp>
      <p:sp>
        <p:nvSpPr>
          <p:cNvPr id="19" name="Timeline marker 5"/>
          <p:cNvSpPr/>
          <p:nvPr/>
        </p:nvSpPr>
        <p:spPr>
          <a:xfrm>
            <a:off x="10639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0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Open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Nine-stamp passport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THE ASK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Three reasons to back MQ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431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241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Already built: scan, card, and reward pipeline verified in CI.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2385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35433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42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Defensible: offline signatures and a closed location list.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4386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47434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244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Trusted: no tracking, no analytics, no stored camera frames.</a:t>
            </a:r>
          </a:p>
        </p:txBody>
      </p:sp>
      <p:cxnSp>
        <p:nvCxnSpPr>
          <p:cNvPr id="13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Next: sign off the print run and book the device test matrix.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REFERENCES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2026 developer and design sources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85800" y="24384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00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m3.material.io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4003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What's new at I/O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8003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9" name="Section label"/>
          <p:cNvSpPr txBox="1"/>
          <p:nvPr/>
        </p:nvSpPr>
        <p:spPr>
          <a:xfrm>
            <a:off x="685800" y="30480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0099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Material 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099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Compose-first, May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4099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85800" y="3657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195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docs.flutter.dev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6195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Material and deep link docs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019549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Section label"/>
          <p:cNvSpPr txBox="1"/>
          <p:nvPr/>
        </p:nvSpPr>
        <p:spPr>
          <a:xfrm>
            <a:off x="685800" y="42672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LINKING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2291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Android, Apple developer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2291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App Links, associated domains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629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1" name="Section label"/>
          <p:cNvSpPr txBox="1"/>
          <p:nvPr/>
        </p:nvSpPr>
        <p:spPr>
          <a:xfrm>
            <a:off x="685800" y="48768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838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DENSO WAVE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387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QR quiet-zone guidance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2387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MQ-Journey-Pitch-Deck</dc:title>
  <dc:subject/>
  <dc:creator>Notion AI</dc:creator>
  <cp:keywords/>
  <dc:description>generated using python-pptx</dc:description>
  <cp:lastModifiedBy>Notion AI</cp:lastModifiedBy>
  <cp:revision>1</cp:revision>
  <dcterms:created xsi:type="dcterms:W3CDTF">2026-07-25T08:05:37Z</dcterms:created>
  <dcterms:modified xsi:type="dcterms:W3CDTF">2026-07-25T08:05:37Z</dcterms:modified>
  <cp:category/>
</cp:coreProperties>
</file>